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8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10/8/2022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10/8/2022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0B2B3F-B3BF-CAAF-C397-56DF9E807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1" y="571500"/>
            <a:ext cx="10978652" cy="2772229"/>
          </a:xfrm>
        </p:spPr>
        <p:txBody>
          <a:bodyPr>
            <a:normAutofit/>
          </a:bodyPr>
          <a:lstStyle/>
          <a:p>
            <a:r>
              <a:rPr lang="en-US" altLang="zh-HK" dirty="0"/>
              <a:t>Stock Price Prediction using various method</a:t>
            </a:r>
            <a:endParaRPr lang="zh-HK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F3550BB-D356-2B95-74BA-FB7DA486D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507521"/>
          </a:xfrm>
        </p:spPr>
        <p:txBody>
          <a:bodyPr>
            <a:normAutofit/>
          </a:bodyPr>
          <a:lstStyle/>
          <a:p>
            <a:pPr algn="r"/>
            <a:r>
              <a:rPr lang="en-US" altLang="zh-HK" dirty="0"/>
              <a:t>COMP5513 financial computing </a:t>
            </a:r>
          </a:p>
          <a:p>
            <a:pPr algn="r"/>
            <a:r>
              <a:rPr lang="en-US" altLang="zh-HK" dirty="0"/>
              <a:t>By </a:t>
            </a:r>
            <a:r>
              <a:rPr lang="en-US" altLang="zh-HK" dirty="0" err="1"/>
              <a:t>Polyu</a:t>
            </a:r>
            <a:r>
              <a:rPr lang="en-US" altLang="zh-HK" dirty="0"/>
              <a:t> fintech bulls</a:t>
            </a:r>
          </a:p>
          <a:p>
            <a:pPr algn="r"/>
            <a:r>
              <a:rPr lang="en-US" altLang="zh-HK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21010627G, 21005935G, 20077672G, 19047052G, 19033369G</a:t>
            </a:r>
            <a:endParaRPr lang="zh-TW" altLang="zh-HK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en-US" altLang="zh-HK" dirty="0"/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133704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D5CD1-841B-F187-C1F7-A74D7B24F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introduction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FF5C2F-4CF0-2B05-4B1C-E036B9403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Can we predict stock price ?</a:t>
            </a:r>
          </a:p>
          <a:p>
            <a:pPr lvl="1"/>
            <a:r>
              <a:rPr lang="en-US" altLang="zh-HK" dirty="0"/>
              <a:t>Effective market hypnosis</a:t>
            </a:r>
          </a:p>
          <a:p>
            <a:pPr lvl="2"/>
            <a:r>
              <a:rPr lang="en-US" altLang="zh-HK" dirty="0"/>
              <a:t>Price already reflect all </a:t>
            </a:r>
            <a:r>
              <a:rPr lang="en-US" altLang="zh-HK" sz="1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available information about the stock.</a:t>
            </a:r>
            <a:endParaRPr lang="zh-TW" altLang="zh-HK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2"/>
            <a:r>
              <a:rPr lang="en-US" altLang="zh-HK" dirty="0"/>
              <a:t>Any attempt for predict stock price accuracy should not better than random dice.</a:t>
            </a:r>
          </a:p>
          <a:p>
            <a:pPr marL="457200" lvl="1" indent="0">
              <a:buNone/>
            </a:pPr>
            <a:endParaRPr lang="en-US" altLang="zh-HK" dirty="0"/>
          </a:p>
          <a:p>
            <a:r>
              <a:rPr lang="en-US" altLang="zh-HK" dirty="0"/>
              <a:t>But……Does the market really effective ?</a:t>
            </a:r>
          </a:p>
          <a:p>
            <a:pPr lvl="1"/>
            <a:r>
              <a:rPr lang="en-US" altLang="zh-HK" dirty="0"/>
              <a:t>Let’s investigate</a:t>
            </a:r>
          </a:p>
        </p:txBody>
      </p:sp>
    </p:spTree>
    <p:extLst>
      <p:ext uri="{BB962C8B-B14F-4D97-AF65-F5344CB8AC3E}">
        <p14:creationId xmlns:p14="http://schemas.microsoft.com/office/powerpoint/2010/main" val="1010176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58B82B-2050-1207-72AF-5B8B8C33F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outline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A0BB85-EC29-A4CF-BC56-8B732270E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Literature Review</a:t>
            </a:r>
          </a:p>
          <a:p>
            <a:pPr lvl="1"/>
            <a:r>
              <a:rPr lang="en-US" altLang="zh-HK" dirty="0"/>
              <a:t>Study various existing research on stock predict</a:t>
            </a:r>
          </a:p>
          <a:p>
            <a:r>
              <a:rPr lang="en-US" altLang="zh-HK" dirty="0"/>
              <a:t>Build our stock prediction model</a:t>
            </a:r>
          </a:p>
          <a:p>
            <a:pPr lvl="1"/>
            <a:r>
              <a:rPr lang="en-US" altLang="zh-HK" dirty="0"/>
              <a:t>Technical Analysis</a:t>
            </a:r>
          </a:p>
          <a:p>
            <a:pPr lvl="1"/>
            <a:r>
              <a:rPr lang="en-US" altLang="zh-HK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988830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7A511C-402A-89A1-6352-16B05E835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5579" y="1091603"/>
            <a:ext cx="9603275" cy="1049235"/>
          </a:xfrm>
        </p:spPr>
        <p:txBody>
          <a:bodyPr/>
          <a:lstStyle/>
          <a:p>
            <a:r>
              <a:rPr lang="en-US" altLang="zh-HK" dirty="0"/>
              <a:t>Literature review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577672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F00CDF-D93E-107B-FEB1-9FB3449C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Paper 1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E5E178-35CD-90AF-8DFE-F04AA3D85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50402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CEC8D6-B953-26FD-4CEE-52DB79D33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Paper 2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E8C6B3-D894-E598-CC5C-994A5D359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538079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C9866B-FED7-578F-ECC3-77F17CE9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Paper 3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EF076A-8FF7-7767-FC6E-5A51C1982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0150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E75949-C13A-2112-9E2E-F6CCDC9FB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Paper 4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1D3440-2DFB-9776-8405-8FE7048F6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03421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5F9C15-D6A1-9695-90A8-D3C65331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Paper 5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22A647-B2A4-8377-EC15-D1CC699FB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88760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4FE8FB-9BCD-8C7B-D835-2A439F9FC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stock predict model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3851A3-58CB-CAAE-DE1B-AD8A5D1C7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By Technical Analysis</a:t>
            </a: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148051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2DA85A-DB88-3E10-A602-9A917B116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stock predict model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EBD4FE-5467-A7D3-FD6D-ADBAA7E17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By Machine </a:t>
            </a:r>
            <a:r>
              <a:rPr lang="en-US" altLang="zh-TW" dirty="0"/>
              <a:t>Learning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440709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F00CDF-D93E-107B-FEB1-9FB3449C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model 1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E5E178-35CD-90AF-8DFE-F04AA3D85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88422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CEC8D6-B953-26FD-4CEE-52DB79D33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model 2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E8C6B3-D894-E598-CC5C-994A5D359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72534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C9866B-FED7-578F-ECC3-77F17CE9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model 3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EF076A-8FF7-7767-FC6E-5A51C1982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56829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E75949-C13A-2112-9E2E-F6CCDC9FB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model 4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1D3440-2DFB-9776-8405-8FE7048F6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82874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5F9C15-D6A1-9695-90A8-D3C653310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model 5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22A647-B2A4-8377-EC15-D1CC699FB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48608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AA6967-41C8-44EE-B85C-4CEF1C33E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Summary and conclusion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D39851-02AD-4954-098B-BC4DAF828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53470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84A611-5950-2653-4B3D-F33ACAA59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65240"/>
            <a:ext cx="9603275" cy="814730"/>
          </a:xfrm>
        </p:spPr>
        <p:txBody>
          <a:bodyPr/>
          <a:lstStyle/>
          <a:p>
            <a:r>
              <a:rPr lang="en-US" altLang="zh-HK" dirty="0"/>
              <a:t>references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C0CDCE-EF22-1B5D-97E1-A4D7D9CA3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9057"/>
            <a:ext cx="9603275" cy="3450613"/>
          </a:xfrm>
        </p:spPr>
        <p:txBody>
          <a:bodyPr>
            <a:normAutofit fontScale="85000" lnSpcReduction="10000"/>
          </a:bodyPr>
          <a:lstStyle/>
          <a:p>
            <a:pPr algn="l" rtl="0" fontAlgn="base"/>
            <a:r>
              <a:rPr lang="en-US" altLang="zh-HK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[1] Rather, A. M., Agarwal, A., &amp; Sastry, V. N. (2015). Recurrent neural network and a hybrid model for prediction of Stock returns. Expert Systems with Applications, 42(6), 3234–3241. https://doi.org/10.1016/j.eswa.2014.12.003 </a:t>
            </a:r>
            <a:endParaRPr lang="en-US" altLang="zh-HK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altLang="zh-HK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[2] Chen, K., Zhou, Y., &amp; Dai, F. (2015). A LSTM-based method for stock returns prediction: A case study of </a:t>
            </a:r>
            <a:r>
              <a:rPr lang="en-US" altLang="zh-HK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china</a:t>
            </a:r>
            <a:r>
              <a:rPr lang="en-US" altLang="zh-HK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stock market. 2015 IEEE International Conference on Big Data (Big Data). https://doi.org/10.1109/bigdata.2015.7364089 </a:t>
            </a:r>
            <a:endParaRPr lang="en-US" altLang="zh-HK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altLang="zh-HK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[3] </a:t>
            </a:r>
            <a:r>
              <a:rPr lang="en-US" altLang="zh-HK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Aminimehr</a:t>
            </a:r>
            <a:r>
              <a:rPr lang="en-US" altLang="zh-HK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A., </a:t>
            </a:r>
            <a:r>
              <a:rPr lang="en-US" altLang="zh-HK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Raoofi</a:t>
            </a:r>
            <a:r>
              <a:rPr lang="en-US" altLang="zh-HK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A., </a:t>
            </a:r>
            <a:r>
              <a:rPr lang="en-US" altLang="zh-HK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Aminimehr</a:t>
            </a:r>
            <a:r>
              <a:rPr lang="en-US" altLang="zh-HK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A., &amp; </a:t>
            </a:r>
            <a:r>
              <a:rPr lang="en-US" altLang="zh-HK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Aminimehr</a:t>
            </a:r>
            <a:r>
              <a:rPr lang="en-US" altLang="zh-HK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A. (2022). A comprehensive study of market prediction from efficient market hypothesis up to late intelligent market prediction approaches. Computational Economics, 60(2), 781–815.  https://link.springer.com/article/10.1007/s10614-022-10283-1 </a:t>
            </a:r>
            <a:endParaRPr lang="en-US" altLang="zh-HK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altLang="zh-HK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[4] </a:t>
            </a:r>
            <a:r>
              <a:rPr lang="en-US" altLang="zh-HK" sz="1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Kamble</a:t>
            </a:r>
            <a:r>
              <a:rPr lang="en-US" altLang="zh-HK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R. A. (2017). Short and long term stock trend prediction using decision tree. 2017 International Conference on Intelligent Computing and Control Systems (ICICCS). https://ieeexplore.ieee.org/document/8250694  </a:t>
            </a:r>
            <a:endParaRPr lang="en-US" altLang="zh-HK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altLang="zh-HK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[5] Shahi, T. B., Shrestha, A., Neupane, A., &amp; Guo, W. (2020). Stock Price Forecasting with Deep Learning: A Comparative Study. Mathematics, 8(9), 1441. MDPI AG. http://dx.doi.org/10.3390/math8091441 </a:t>
            </a:r>
            <a:endParaRPr lang="en-US" altLang="zh-HK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338310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895633-DFB0-1C31-C321-AE211F500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Thank you</a:t>
            </a:r>
            <a:endParaRPr lang="zh-HK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89F279-7687-B09F-7DB9-3E0BE9F5F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07372581"/>
      </p:ext>
    </p:extLst>
  </p:cSld>
  <p:clrMapOvr>
    <a:masterClrMapping/>
  </p:clrMapOvr>
</p:sld>
</file>

<file path=ppt/theme/theme1.xml><?xml version="1.0" encoding="utf-8"?>
<a:theme xmlns:a="http://schemas.openxmlformats.org/drawingml/2006/main" name="圖庫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圖庫</Template>
  <TotalTime>14</TotalTime>
  <Words>403</Words>
  <Application>Microsoft Office PowerPoint</Application>
  <PresentationFormat>寬螢幕</PresentationFormat>
  <Paragraphs>44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Arial</vt:lpstr>
      <vt:lpstr>Calibri</vt:lpstr>
      <vt:lpstr>Gill Sans MT</vt:lpstr>
      <vt:lpstr>Segoe UI</vt:lpstr>
      <vt:lpstr>圖庫</vt:lpstr>
      <vt:lpstr>Stock Price Prediction using various method</vt:lpstr>
      <vt:lpstr>introduction</vt:lpstr>
      <vt:lpstr>outline</vt:lpstr>
      <vt:lpstr>Literature review</vt:lpstr>
      <vt:lpstr>Paper 1</vt:lpstr>
      <vt:lpstr>Paper 2</vt:lpstr>
      <vt:lpstr>Paper 3</vt:lpstr>
      <vt:lpstr>Paper 4</vt:lpstr>
      <vt:lpstr>Paper 5</vt:lpstr>
      <vt:lpstr>stock predict model</vt:lpstr>
      <vt:lpstr>stock predict model</vt:lpstr>
      <vt:lpstr>model 1</vt:lpstr>
      <vt:lpstr>model 2</vt:lpstr>
      <vt:lpstr>model 3</vt:lpstr>
      <vt:lpstr>model 4</vt:lpstr>
      <vt:lpstr>model 5</vt:lpstr>
      <vt:lpstr>Summary and 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Price Prediction using various method</dc:title>
  <dc:creator>Joe Joe</dc:creator>
  <cp:lastModifiedBy>Joe Joe</cp:lastModifiedBy>
  <cp:revision>1</cp:revision>
  <dcterms:created xsi:type="dcterms:W3CDTF">2022-10-08T08:56:17Z</dcterms:created>
  <dcterms:modified xsi:type="dcterms:W3CDTF">2022-10-08T09:18:23Z</dcterms:modified>
</cp:coreProperties>
</file>